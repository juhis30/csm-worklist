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2E3D"/>
                </a:solidFill>
                <a:latin typeface="Calibri"/>
              </a:rPr>
              <a:t>Share of lost ARR in the top 20% of the ranking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16697A"/>
            </a:solidFill>
          </c:spPr>
          <c:cat>
            <c:strRef>
              <c:f>Sheet1!$A$2:$A$4</c:f>
              <c:strCache>
                <c:ptCount val="3"/>
                <c:pt idx="0">
                  <c:v>Northwind</c:v>
                </c:pt>
                <c:pt idx="1">
                  <c:v>Brightpath</c:v>
                </c:pt>
                <c:pt idx="2">
                  <c:v>Cobalt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</c:v>
                </c:pt>
                <c:pt idx="1">
                  <c:v>0.74</c:v>
                </c:pt>
                <c:pt idx="2">
                  <c:v>0.65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Spreadsheet rule</c:v>
                </c:pt>
              </c:strCache>
            </c:strRef>
          </c:tx>
          <c:spPr>
            <a:solidFill>
              <a:srgbClr val="B8C2C7"/>
            </a:solidFill>
          </c:spPr>
          <c:cat>
            <c:strRef>
              <c:f>Sheet1!$A$2:$A$4</c:f>
              <c:strCache>
                <c:ptCount val="3"/>
                <c:pt idx="0">
                  <c:v>Northwind</c:v>
                </c:pt>
                <c:pt idx="1">
                  <c:v>Brightpath</c:v>
                </c:pt>
                <c:pt idx="2">
                  <c:v>Cobalt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0.41</c:v>
                </c:pt>
                <c:pt idx="1">
                  <c:v>0.33</c:v>
                </c:pt>
                <c:pt idx="2">
                  <c:v>0.37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 b="1">
                  <a:solidFill>
                    <a:srgbClr val="1B2B3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7"/>
            </a:solidFill>
          </a:ln>
        </c:spPr>
        <c:txPr>
          <a:bodyPr/>
          <a:lstStyle/>
          <a:p>
            <a:pPr>
              <a:defRPr sz="1400">
                <a:solidFill>
                  <a:srgbClr val="1B2B34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solidFill>
                <a:srgbClr val="5B6B7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built for the Fello GTM AI take-home: a weekly worklist that tells each CSM which accounts to call, why, and what to say. Live system and repo links are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VP asked for a health score. I think the real problem is prioritisation: 120 accounts, time for 10 to 15 real conversations a week, and the evidence spread across five tools. Both lost renewals had warning signs nobody was looking at. Silence looked healthy. And urgency depends on money and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places I disagreed with the request. Colours throw away account size and hide missing data. Automatic emails to customers based on a model that's often wrong would damage relationships the CSM owns. And a dashboard has to be read, while a worklist says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to end: five messy sources land as raw events, get cleaned and matched to accounts, turned into point-in-time features, scored by a model per organisation, and a weekly agent turns changes into tasks on the CSM's worklist. One language, one process, no frontend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screen has three parts. Tasks are news: things that changed this week, each with a draft. The ranked list is the context: biggest money at risk right now. Blind spots are accounts renewing soon that we can't score fairly. And every number on an account traces back to raw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generated the data. Each account has a hidden weekly health that is never stored; it only drives behaviour across the five sources and whether the account renews. So the model has to read noisy clues, like a CSM. 3% of losses have no visible cause. The mess is deliberate, and the three organisations have different gaps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predicts the next renewal being lost. Logistic regression, one per organisation, because every score is an exact sum of reasons. Tested on the 6 months it never saw, against a sensible spreadsheet rule, not just random. The business number: ranking by expected ARR at risk, the top 20% holds 58 to 74% of the money that was eventually lost, against 33 to 41% for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triggers the agent. GitHub Actions calls it every Monday. The guarantees matter more than the trigger: re-runs are safe, a run is all or nothing, a broken feed doesn't look like churn, retraining can't make the model worse, stale tasks expire, and an organisation with no usable model fails visibly instead of publishing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each of the five non-negotiables in the brief is met, and where to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skipped on purpose and what breaks first at ten times the data. The first failure is memory: each run loads all history, and on the 512 MB instance that runs out around 2.5 times today's data. Full details are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8A1C"/>
                </a:solidFill>
                <a:latin typeface="Calibri"/>
              </a:rPr>
              <a:t>FELLO  ·  GTM AI TEAM  ·  STAFF ENGINEER 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CSM Worklist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1">
                <a:solidFill>
                  <a:srgbClr val="BFD9DF"/>
                </a:solidFill>
                <a:latin typeface="Cambria"/>
              </a:rPr>
              <a:t>Which ten accounts this week, why, and what to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8A1C"/>
                </a:solidFill>
                <a:latin typeface="Calibri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846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csm-worklist.onrender.com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8A1C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github.com/juhis30/csm-worklist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8C2C7"/>
                </a:solidFill>
                <a:latin typeface="Calibri"/>
              </a:rPr>
              <a:t>Juhi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The real problem: where to spend this week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6697A"/>
                </a:solidFill>
                <a:latin typeface="Cambria"/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963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3"/>
                </a:solidFill>
                <a:latin typeface="Calibri"/>
              </a:rPr>
              <a:t>accounts per CSM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6697A"/>
                </a:solidFill>
                <a:latin typeface="Cambria"/>
              </a:rPr>
              <a:t>10–15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965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3"/>
                </a:solidFill>
                <a:latin typeface="Calibri"/>
              </a:rPr>
              <a:t>real conversations a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06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6697A"/>
                </a:solidFill>
                <a:latin typeface="Cambri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967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3"/>
                </a:solidFill>
                <a:latin typeface="Calibri"/>
              </a:rPr>
              <a:t>tools to check per account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1691640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The signals were there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Both lost renewals showed warnings in support tickets and product usage. Checking 120 accounts across five tools takes all week, so nobody does.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0" y="3291840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2461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No data looks healthy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7033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An account with no tickets and no usage looks fine in a spreadsheet. Often, silence is the risk.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4892040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8463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Urgency is money × 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3035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A shaky $300k account renewing in 6 weeks matters more this week than an unhappy $5k one renewing in 11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Where I pushed back on the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B73"/>
                </a:solidFill>
                <a:latin typeface="Calibri"/>
              </a:rPr>
              <a:t>WHAT WAS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28016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697A"/>
                </a:solidFill>
                <a:latin typeface="Calibri"/>
              </a:rPr>
              <a:t>WHAT I BUILT INSTEAD,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2918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3"/>
                </a:solidFill>
                <a:latin typeface="Calibri"/>
              </a:rPr>
              <a:t>Red / yellow / green health score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26280" y="2203704"/>
            <a:ext cx="411480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691640"/>
            <a:ext cx="6492240" cy="132588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85623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A list ranked by expected ARR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313432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P(renewal lost) × ARR. Colours treat $5k and $300k alike, and green hides “we have no data”.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32918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3"/>
                </a:solidFill>
                <a:latin typeface="Calibri"/>
              </a:rPr>
              <a:t>Automatically email red accounts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26280" y="3803904"/>
            <a:ext cx="411480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3291840"/>
            <a:ext cx="6492240" cy="132588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45643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The agent drafts, the CSM approves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913632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Any model is often wrong. An “are you OK?” to a happy customer does damage.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32918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3"/>
                </a:solidFill>
                <a:latin typeface="Calibri"/>
              </a:rPr>
              <a:t>A dashboard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26280" y="5404104"/>
            <a:ext cx="411480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4892040"/>
            <a:ext cx="6492240" cy="132588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5056631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“My week”: a worklist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513831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A dashboard has to be read. A worklist tells you who to call and what to say.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What I built,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3"/>
                </a:solidFill>
                <a:latin typeface="Calibri"/>
              </a:rPr>
              <a:t>One Python app: FastAPI, SQLite, server-rendered pages, scikit-learn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5361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14447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Salesforce, product usage, Zendesk, Stripe, Gmail (metadata only)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12263" y="2322576"/>
            <a:ext cx="283464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201168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011680"/>
            <a:ext cx="15361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Ingest &amp;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3108960"/>
            <a:ext cx="14447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Match to accounts, drop duplicates, set aside bad records with a reason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86784" y="2322576"/>
            <a:ext cx="283464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011680"/>
            <a:ext cx="15361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3108960"/>
            <a:ext cx="14447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As known on that Monday: late data never leaks into the past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1303" y="2322576"/>
            <a:ext cx="283464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199" y="201168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2011680"/>
            <a:ext cx="15361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19" y="3108960"/>
            <a:ext cx="14447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P(next renewal lost), one per organisation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35823" y="2322576"/>
            <a:ext cx="283464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19" y="201168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011680"/>
            <a:ext cx="15361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Weekly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108960"/>
            <a:ext cx="14447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Rescore, compare with last week, open tasks with drafts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10343" y="2322576"/>
            <a:ext cx="283464" cy="292608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21240" y="201168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D9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011680"/>
            <a:ext cx="153619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Worklist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108960"/>
            <a:ext cx="1444751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What the CSM opens on Monday morning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697A"/>
                </a:solidFill>
                <a:latin typeface="Calibri"/>
              </a:rPr>
              <a:t>Runs unattended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GitHub Actions calls the agent every Monday 06:00 UTC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697A"/>
                </a:solidFill>
                <a:latin typeface="Calibri"/>
              </a:rPr>
              <a:t>Hosted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029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Render; database rebuilt on each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697A"/>
                </a:solidFill>
                <a:latin typeface="Calibri"/>
              </a:rPr>
              <a:t>Tested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029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65 tests, run on every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What a CSM sees on Monday morning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00200"/>
            <a:ext cx="457200" cy="457200"/>
          </a:xfrm>
          <a:prstGeom prst="ellipse">
            <a:avLst/>
          </a:prstGeom>
          <a:solidFill>
            <a:srgbClr val="D9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5727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2E3D"/>
                </a:solidFill>
                <a:latin typeface="Calibri"/>
              </a:rPr>
              <a:t>Tasks from the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B6B73"/>
                </a:solidFill>
                <a:latin typeface="Calibri"/>
              </a:rPr>
              <a:t>What changed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Entered the CSM’s top 10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Risk jumped 10+ points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Blind spot renewing within 90 days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Each comes with a draft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1999" y="1600200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59" y="15727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2E3D"/>
                </a:solidFill>
                <a:latin typeface="Calibri"/>
              </a:rPr>
              <a:t>Top 15 by ARR 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B6B73"/>
                </a:solidFill>
                <a:latin typeface="Calibri"/>
              </a:rPr>
              <a:t>Where things 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69748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P(lost) × ARR, highest first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Renewal date and the main reasons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Context, not to-dos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566160" cy="352044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600200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15727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F2E3D"/>
                </a:solidFill>
                <a:latin typeface="Calibri"/>
              </a:rPr>
              <a:t>Blind spots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B6B73"/>
                </a:solidFill>
                <a:latin typeface="Calibri"/>
              </a:rPr>
              <a:t>What we can’t see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Renewing within 120 days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Too little data to score fairly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Never buried in the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697A"/>
                </a:solidFill>
                <a:latin typeface="Calibri"/>
              </a:rPr>
              <a:t>EVERY NUMBER IS TRACEABLE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118872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F2E3D"/>
                </a:solidFill>
                <a:latin typeface="Calibri"/>
              </a:rPr>
              <a:t>Score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801368" y="5733288"/>
            <a:ext cx="274320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39696" y="5577840"/>
            <a:ext cx="192024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9696" y="5577840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F2E3D"/>
                </a:solidFill>
                <a:latin typeface="Calibri"/>
              </a:rPr>
              <a:t>Model version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23944" y="5733288"/>
            <a:ext cx="274320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62272" y="5577840"/>
            <a:ext cx="292608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55778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F2E3D"/>
                </a:solidFill>
                <a:latin typeface="Calibri"/>
              </a:rPr>
              <a:t>Inputs vs typical (median)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52360" y="5733288"/>
            <a:ext cx="274320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90688" y="5577840"/>
            <a:ext cx="384048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6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557784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F2E3D"/>
                </a:solidFill>
                <a:latin typeface="Calibri"/>
              </a:rPr>
              <a:t>Raw events, as the source sent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Synthetic data, built to behave like the real thing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6697A"/>
                </a:solidFill>
                <a:latin typeface="Cambria"/>
              </a:rPr>
              <a:t>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B73"/>
                </a:solidFill>
                <a:latin typeface="Calibri"/>
              </a:rPr>
              <a:t>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2588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4173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6697A"/>
                </a:solidFill>
                <a:latin typeface="Cambria"/>
              </a:rPr>
              <a:t>236k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0756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B73"/>
                </a:solidFill>
                <a:latin typeface="Calibri"/>
              </a:rPr>
              <a:t>raw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6697A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756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B73"/>
                </a:solidFill>
                <a:latin typeface="Calibri"/>
              </a:rPr>
              <a:t>organisations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32588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4173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6697A"/>
                </a:solidFill>
                <a:latin typeface="Cambria"/>
              </a:rPr>
              <a:t>3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756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B6B73"/>
                </a:solidFill>
                <a:latin typeface="Calibri"/>
              </a:rPr>
              <a:t>of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A hidden “mood” drives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Weekly health is never stored; it only shapes behaviour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Unhappy: usage falls, tickets rise, replies stop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3% of losses have no visible cause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The model must read clues, not rediscover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2E3D"/>
                </a:solidFill>
                <a:latin typeface="Calibri"/>
              </a:rPr>
              <a:t>Messy on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9184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Late and out-of-order deliveries, backfills, duplicates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Different formats and IDs in every source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Missing CRM fields, test accounts, broken timestamps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~217k usable; the rest set aside with a reason, never dropped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B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E3D"/>
                </a:solidFill>
                <a:latin typeface="Calibri"/>
              </a:rPr>
              <a:t>Northwind: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everything connected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55778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B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5577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E3D"/>
                </a:solidFill>
                <a:latin typeface="Calibri"/>
              </a:rPr>
              <a:t>Brightpath: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never connected Gmail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557784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B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55778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E3D"/>
                </a:solidFill>
                <a:latin typeface="Calibri"/>
              </a:rPr>
              <a:t>Cobalt: </a:t>
            </a:r>
            <a:r>
              <a:rPr sz="1500" b="0" i="0">
                <a:solidFill>
                  <a:srgbClr val="1B2B34"/>
                </a:solidFill>
                <a:latin typeface="Calibri"/>
              </a:rPr>
              <a:t>usage tracked for only 60%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The model beats a sensible spreadsheet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B6B73"/>
                </a:solidFill>
                <a:latin typeface="Calibri"/>
              </a:rPr>
              <a:t>Tested on the 6 months it never saw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65836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98079" y="1691640"/>
            <a:ext cx="4114800" cy="128016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80136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697A"/>
                </a:solidFill>
                <a:latin typeface="Cambria"/>
              </a:rPr>
              <a:t>0.61–0.68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44144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3"/>
                </a:solidFill>
                <a:latin typeface="Calibri"/>
              </a:rPr>
              <a:t>AUC, vs 0.53–0.56 for the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154680"/>
            <a:ext cx="4114800" cy="128016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326440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6697A"/>
                </a:solidFill>
                <a:latin typeface="Cambria"/>
              </a:rPr>
              <a:t>~2×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90448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3"/>
                </a:solidFill>
                <a:latin typeface="Calibri"/>
              </a:rPr>
              <a:t>lift: in the top 10%, 1 in 3 to 2 in 5 were really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75488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B34"/>
                </a:solidFill>
                <a:latin typeface="Calibri"/>
              </a:rPr>
              <a:t>Logistic regression: every score is an exact sum of its reasons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B2B34"/>
                </a:solidFill>
                <a:latin typeface="Calibri"/>
              </a:rPr>
              <a:t>Modest AUC, stated plainly: the data is noisy, like real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The agent runs every Monday, unattended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697A"/>
                </a:solidFill>
                <a:latin typeface="Calibri"/>
              </a:rPr>
              <a:t>EACH ORGANISATION, EACH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572768" cy="6858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5727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57984" y="1947672"/>
            <a:ext cx="256032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0592" y="1737360"/>
            <a:ext cx="1572768" cy="6858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737360"/>
            <a:ext cx="15727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 health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59936" y="1947672"/>
            <a:ext cx="256032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737360"/>
            <a:ext cx="1572768" cy="6858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737360"/>
            <a:ext cx="15727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Retrain if due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1947672"/>
            <a:ext cx="256032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1737360"/>
            <a:ext cx="1572768" cy="6858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737360"/>
            <a:ext cx="15727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1947672"/>
            <a:ext cx="256032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6448" y="1737360"/>
            <a:ext cx="1572768" cy="6858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737360"/>
            <a:ext cx="15727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Compare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765792" y="1947672"/>
            <a:ext cx="256032" cy="274320"/>
          </a:xfrm>
          <a:prstGeom prst="rightArrow">
            <a:avLst/>
          </a:prstGeom>
          <a:solidFill>
            <a:srgbClr val="B8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1737360"/>
            <a:ext cx="1572768" cy="685800"/>
          </a:xfrm>
          <a:prstGeom prst="roundRect">
            <a:avLst>
              <a:gd name="adj" fmla="val 8000"/>
            </a:avLst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737360"/>
            <a:ext cx="15727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Open 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889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017520"/>
            <a:ext cx="411480" cy="41148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9900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E3D"/>
                </a:solidFill>
                <a:latin typeface="Calibri"/>
              </a:rPr>
              <a:t>Safe to re-run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61187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One run per organisation per week, enforced by the database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27889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26279" y="3017520"/>
            <a:ext cx="411480" cy="41148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29900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E3D"/>
                </a:solidFill>
                <a:latin typeface="Calibri"/>
              </a:rPr>
              <a:t>All or nothing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361187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A crash never leaves half a week of scores; the failure stays visible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7889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5319" y="3017520"/>
            <a:ext cx="411480" cy="41148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9900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E3D"/>
                </a:solidFill>
                <a:latin typeface="Calibri"/>
              </a:rPr>
              <a:t>Broken feed ≠ unhappy 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11879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A source gone silent is caught before anyone is alarmed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177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7240" y="4846320"/>
            <a:ext cx="411480" cy="41148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8188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E3D"/>
                </a:solidFill>
                <a:latin typeface="Calibri"/>
              </a:rPr>
              <a:t>Retraining can’t make it worse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4406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A new model replaces the old one only if it isn’t clearly worse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46177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26279" y="4846320"/>
            <a:ext cx="411480" cy="41148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19" y="48188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E3D"/>
                </a:solidFill>
                <a:latin typeface="Calibri"/>
              </a:rPr>
              <a:t>Tasks expire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1999" y="54406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When the renewal passes, or after 4 weeks without 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46177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5319" y="4846320"/>
            <a:ext cx="411480" cy="41148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59" y="48188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E3D"/>
                </a:solidFill>
                <a:latin typeface="Calibri"/>
              </a:rPr>
              <a:t>No model, no scores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4406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B34"/>
                </a:solidFill>
                <a:latin typeface="Calibri"/>
              </a:rPr>
              <a:t>An organisation without a usable model fails loudly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2E3D"/>
                </a:solidFill>
                <a:latin typeface="Cambria"/>
              </a:rPr>
              <a:t>The five non-negotiables, and how each is met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563624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E3D"/>
                </a:solidFill>
                <a:latin typeface="Calibri"/>
              </a:rPr>
              <a:t>Generate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6492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5,000 accounts, ~236k events, 5 sources: late, duplicated and incomplete by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50008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50008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E3D"/>
                </a:solidFill>
                <a:latin typeface="Calibri"/>
              </a:rPr>
              <a:t>A fitted model ranks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350008"/>
            <a:ext cx="6492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Logistic regression per organisation, fitted on renewal outcomes; no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28416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E3D"/>
                </a:solidFill>
                <a:latin typeface="Calibri"/>
              </a:rPr>
              <a:t>Something runs without a 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328416"/>
            <a:ext cx="6492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Weekly GitHub Actions trigger → agent endpoint; safe re-runs, visible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06824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498848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06824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E3D"/>
                </a:solidFill>
                <a:latin typeface="Calibri"/>
              </a:rPr>
              <a:t>Multiple organisations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306824"/>
            <a:ext cx="6492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3 tenants. Every query is forced through a tenant filter; one model per organisation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85232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5477256"/>
            <a:ext cx="457200" cy="457200"/>
          </a:xfrm>
          <a:prstGeom prst="ellipse">
            <a:avLst/>
          </a:prstGeom>
          <a:solidFill>
            <a:srgbClr val="166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285232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E3D"/>
                </a:solidFill>
                <a:latin typeface="Calibri"/>
              </a:rPr>
              <a:t>Traceable to what was computed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285232"/>
            <a:ext cx="64922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B2B34"/>
                </a:solidFill>
                <a:latin typeface="Calibri"/>
              </a:rPr>
              <a:t>Score → model version → inputs vs typical → raw events, on every account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Skipped on purpose, and what breaks first at 10×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8A1C"/>
                </a:solidFill>
                <a:latin typeface="Calibri"/>
              </a:rPr>
              <a:t>SKIPPED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1206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Real integrations: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generated data, by the brief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Real login: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persona picker for the demo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Sending email: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approved drafts go to an outbox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LLM-written drafts: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templates can’t invent facts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6697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CRM history: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small documented leak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8A1C"/>
                </a:solidFill>
                <a:latin typeface="Calibri"/>
              </a:rPr>
              <a:t>WHAT BREAKS FIRST AT 10×</a:t>
            </a:r>
          </a:p>
        </p:txBody>
      </p:sp>
      <p:sp>
        <p:nvSpPr>
          <p:cNvPr id="6" name="Oval 5"/>
          <p:cNvSpPr/>
          <p:nvPr/>
        </p:nvSpPr>
        <p:spPr>
          <a:xfrm>
            <a:off x="6309360" y="1828800"/>
            <a:ext cx="411480" cy="411480"/>
          </a:xfrm>
          <a:prstGeom prst="ellipse">
            <a:avLst/>
          </a:prstGeom>
          <a:solidFill>
            <a:srgbClr val="D9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2E3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810512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Memory: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each run loads all history; 512 MB runs out at ~2.5× today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697480"/>
            <a:ext cx="411480" cy="411480"/>
          </a:xfrm>
          <a:prstGeom prst="ellipse">
            <a:avLst/>
          </a:prstGeom>
          <a:solidFill>
            <a:srgbClr val="D9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2E3D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79192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Clicks during a run: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SQLite’s single writer blocks CSMs for minutes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3566160"/>
            <a:ext cx="411480" cy="411480"/>
          </a:xfrm>
          <a:prstGeom prst="ellipse">
            <a:avLst/>
          </a:prstGeom>
          <a:solidFill>
            <a:srgbClr val="D9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2E3D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547872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 page: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already ~11 s for the largest org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4434840"/>
            <a:ext cx="411480" cy="411480"/>
          </a:xfrm>
          <a:prstGeom prst="ellipse">
            <a:avLst/>
          </a:prstGeom>
          <a:solidFill>
            <a:srgbClr val="D9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F2E3D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416552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Scheduler call: </a:t>
            </a:r>
            <a:r>
              <a:rPr sz="1600" b="0" i="0">
                <a:solidFill>
                  <a:srgbClr val="BFD9DF"/>
                </a:solidFill>
                <a:latin typeface="Calibri"/>
              </a:rPr>
              <a:t>a run lasting minutes risks the 15-minute 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8A1C"/>
                </a:solidFill>
                <a:latin typeface="Calibri"/>
              </a:rPr>
              <a:t>Details: </a:t>
            </a:r>
            <a:r>
              <a:rPr sz="1400" b="0" i="0">
                <a:solidFill>
                  <a:srgbClr val="B8C2C7"/>
                </a:solidFill>
                <a:latin typeface="Calibri"/>
              </a:rPr>
              <a:t>README (fixes for each), docs/DECISIONS.md, docs/DATA.md  ·  github.com/juhis30/csm-worklist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